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5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Gill Sans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hliujw3JLqJBlqEYQ0r7xNwz4Q7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font" Target="fonts/GillSans-regular.fntdata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font" Target="fonts/Gill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2b2b457aa_4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92b2b457aa_4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2b2b457aa_4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92b2b457aa_4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ajd tytułowy" type="title">
  <p:cSld name="TITLE">
    <p:bg>
      <p:bgPr>
        <a:solidFill>
          <a:schemeClr val="accent2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type="ctrTitle"/>
          </p:nvPr>
        </p:nvSpPr>
        <p:spPr>
          <a:xfrm>
            <a:off x="1600200" y="2386744"/>
            <a:ext cx="8991600" cy="164592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  <a:defRPr sz="38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" type="subTitle"/>
          </p:nvPr>
        </p:nvSpPr>
        <p:spPr>
          <a:xfrm>
            <a:off x="2695194" y="4352544"/>
            <a:ext cx="6801612" cy="12398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FEFEFE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1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1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główek sekcji" type="secHead">
  <p:cSld name="SECTION_HEADER">
    <p:bg>
      <p:bgPr>
        <a:solidFill>
          <a:schemeClr val="accen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/>
          <p:nvPr>
            <p:ph type="title"/>
          </p:nvPr>
        </p:nvSpPr>
        <p:spPr>
          <a:xfrm>
            <a:off x="1600200" y="2386744"/>
            <a:ext cx="8991600" cy="164592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  <a:defRPr sz="38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" type="body"/>
          </p:nvPr>
        </p:nvSpPr>
        <p:spPr>
          <a:xfrm>
            <a:off x="2695194" y="4352465"/>
            <a:ext cx="6801612" cy="1265082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14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4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tuł i zawartość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2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" type="body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2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2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ajd tytułowy" type="title">
  <p:cSld name="TITLE">
    <p:bg>
      <p:bgPr>
        <a:solidFill>
          <a:schemeClr val="accen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 txBox="1"/>
          <p:nvPr>
            <p:ph type="ctrTitle"/>
          </p:nvPr>
        </p:nvSpPr>
        <p:spPr>
          <a:xfrm>
            <a:off x="1600200" y="2386744"/>
            <a:ext cx="8991600" cy="164592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  <a:defRPr sz="38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0"/>
          <p:cNvSpPr txBox="1"/>
          <p:nvPr>
            <p:ph idx="1" type="subTitle"/>
          </p:nvPr>
        </p:nvSpPr>
        <p:spPr>
          <a:xfrm>
            <a:off x="2695194" y="4352544"/>
            <a:ext cx="6801612" cy="12398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FEFEFE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8" name="Google Shape;38;p10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0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główek sekcji" type="secHead">
  <p:cSld name="SECTION_HEADER">
    <p:bg>
      <p:bgPr>
        <a:solidFill>
          <a:schemeClr val="accent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/>
          <p:nvPr>
            <p:ph type="title"/>
          </p:nvPr>
        </p:nvSpPr>
        <p:spPr>
          <a:xfrm>
            <a:off x="1600200" y="2386744"/>
            <a:ext cx="8991600" cy="164592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  <a:defRPr sz="38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1" type="body"/>
          </p:nvPr>
        </p:nvSpPr>
        <p:spPr>
          <a:xfrm>
            <a:off x="2695194" y="4352465"/>
            <a:ext cx="6801612" cy="1265082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13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3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3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wa elementy zawartości" type="twoObj">
  <p:cSld name="TWO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5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" type="body"/>
          </p:nvPr>
        </p:nvSpPr>
        <p:spPr>
          <a:xfrm>
            <a:off x="1581912" y="2638044"/>
            <a:ext cx="4271771" cy="31019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5"/>
          <p:cNvSpPr txBox="1"/>
          <p:nvPr>
            <p:ph idx="2" type="body"/>
          </p:nvPr>
        </p:nvSpPr>
        <p:spPr>
          <a:xfrm>
            <a:off x="6338315" y="2638044"/>
            <a:ext cx="4270247" cy="31019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ównanie" type="twoTxTwoObj">
  <p:cSld name="TWO_OBJECTS_WITH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idx="1" type="body"/>
          </p:nvPr>
        </p:nvSpPr>
        <p:spPr>
          <a:xfrm>
            <a:off x="1583436" y="2313433"/>
            <a:ext cx="4270248" cy="704087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b="0" sz="1900" cap="none">
                <a:solidFill>
                  <a:srgbClr val="6B8890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b="1" sz="19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16"/>
          <p:cNvSpPr txBox="1"/>
          <p:nvPr>
            <p:ph idx="2" type="body"/>
          </p:nvPr>
        </p:nvSpPr>
        <p:spPr>
          <a:xfrm>
            <a:off x="1583436" y="3143250"/>
            <a:ext cx="4270248" cy="2596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16"/>
          <p:cNvSpPr txBox="1"/>
          <p:nvPr>
            <p:ph idx="3" type="body"/>
          </p:nvPr>
        </p:nvSpPr>
        <p:spPr>
          <a:xfrm>
            <a:off x="6338316" y="3143250"/>
            <a:ext cx="4253484" cy="2596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302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16"/>
          <p:cNvSpPr txBox="1"/>
          <p:nvPr>
            <p:ph idx="4" type="body"/>
          </p:nvPr>
        </p:nvSpPr>
        <p:spPr>
          <a:xfrm>
            <a:off x="6338316" y="2313433"/>
            <a:ext cx="4270248" cy="704087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b="0" sz="1900" cap="none">
                <a:solidFill>
                  <a:srgbClr val="6B8890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b="1" sz="19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9" name="Google Shape;59;p16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6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sp>
        <p:nvSpPr>
          <p:cNvPr id="62" name="Google Shape;62;p16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lko tytuł" type="titleOnly">
  <p:cSld name="TITLE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usty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8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awartość z podpisem" type="objTx">
  <p:cSld name="OBJECT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9"/>
          <p:cNvSpPr txBox="1"/>
          <p:nvPr>
            <p:ph type="title"/>
          </p:nvPr>
        </p:nvSpPr>
        <p:spPr>
          <a:xfrm>
            <a:off x="804672" y="2243828"/>
            <a:ext cx="4486656" cy="114149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200"/>
              <a:buFont typeface="Gill Sans"/>
              <a:buNone/>
              <a:defRPr sz="22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6736080" y="804672"/>
            <a:ext cx="4815840" cy="5248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Char char="•"/>
              <a:defRPr sz="1900">
                <a:solidFill>
                  <a:schemeClr val="dk1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2pPr>
            <a:lvl3pPr indent="-3302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3pPr>
            <a:lvl4pPr indent="-3302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5pPr>
            <a:lvl6pPr indent="-3302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/>
        </p:txBody>
      </p:sp>
      <p:sp>
        <p:nvSpPr>
          <p:cNvPr id="76" name="Google Shape;76;p19"/>
          <p:cNvSpPr txBox="1"/>
          <p:nvPr>
            <p:ph idx="2" type="body"/>
          </p:nvPr>
        </p:nvSpPr>
        <p:spPr>
          <a:xfrm>
            <a:off x="1115568" y="3549918"/>
            <a:ext cx="3794760" cy="2194036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804672" y="6236208"/>
            <a:ext cx="5124797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raz z podpisem" type="picTx">
  <p:cSld name="PICTURE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0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0"/>
          <p:cNvSpPr txBox="1"/>
          <p:nvPr>
            <p:ph type="title"/>
          </p:nvPr>
        </p:nvSpPr>
        <p:spPr>
          <a:xfrm>
            <a:off x="808523" y="2243828"/>
            <a:ext cx="4494998" cy="1134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182875" spcFirstLastPara="1" rIns="182875" wrap="square" tIns="1828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200"/>
              <a:buFont typeface="Gill Sans"/>
              <a:buNone/>
              <a:defRPr sz="22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0"/>
          <p:cNvSpPr/>
          <p:nvPr>
            <p:ph idx="2" type="pic"/>
          </p:nvPr>
        </p:nvSpPr>
        <p:spPr>
          <a:xfrm>
            <a:off x="6095999" y="0"/>
            <a:ext cx="6102097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84" name="Google Shape;84;p20"/>
          <p:cNvSpPr txBox="1"/>
          <p:nvPr>
            <p:ph idx="1" type="body"/>
          </p:nvPr>
        </p:nvSpPr>
        <p:spPr>
          <a:xfrm>
            <a:off x="1115568" y="3549918"/>
            <a:ext cx="3794760" cy="2194037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5" name="Google Shape;85;p20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0"/>
          <p:cNvSpPr txBox="1"/>
          <p:nvPr>
            <p:ph idx="11" type="ftr"/>
          </p:nvPr>
        </p:nvSpPr>
        <p:spPr>
          <a:xfrm>
            <a:off x="804672" y="6236208"/>
            <a:ext cx="5124797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0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tuł i tekst pionowy" type="vertTx">
  <p:cSld name="VERTICAL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1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1"/>
          <p:cNvSpPr txBox="1"/>
          <p:nvPr>
            <p:ph idx="1" type="body"/>
          </p:nvPr>
        </p:nvSpPr>
        <p:spPr>
          <a:xfrm rot="5400000">
            <a:off x="4545009" y="324172"/>
            <a:ext cx="3101983" cy="772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21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1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1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tuł pionowy i tekst" type="vertTitleAndTx">
  <p:cSld name="VERTICAL_TITLE_AND_VERTICAL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/>
          <p:nvPr>
            <p:ph type="title"/>
          </p:nvPr>
        </p:nvSpPr>
        <p:spPr>
          <a:xfrm rot="5400000">
            <a:off x="6810676" y="2779696"/>
            <a:ext cx="4983480" cy="1298608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 rot="5400000">
            <a:off x="2838641" y="329756"/>
            <a:ext cx="4983480" cy="61984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2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11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  <a:defRPr b="0" i="0" sz="28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0" name="Google Shape;10;p9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  <a:defRPr b="0" i="0" sz="28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" name="Google Shape;25;p8"/>
          <p:cNvSpPr txBox="1"/>
          <p:nvPr>
            <p:ph idx="1" type="body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26" name="Google Shape;26;p8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27" name="Google Shape;27;p8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28" name="Google Shape;28;p8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kwadrat i prostokąt 3D" id="104" name="Google Shape;104;p1"/>
          <p:cNvPicPr preferRelativeResize="0"/>
          <p:nvPr/>
        </p:nvPicPr>
        <p:blipFill rotWithShape="1">
          <a:blip r:embed="rId3">
            <a:alphaModFix amt="40000"/>
          </a:blip>
          <a:srcRect b="8331" l="0" r="0" t="10148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"/>
          <p:cNvSpPr txBox="1"/>
          <p:nvPr>
            <p:ph type="ctrTitle"/>
          </p:nvPr>
        </p:nvSpPr>
        <p:spPr>
          <a:xfrm>
            <a:off x="1600200" y="2386744"/>
            <a:ext cx="8991600" cy="1645920"/>
          </a:xfrm>
          <a:prstGeom prst="rect">
            <a:avLst/>
          </a:prstGeom>
          <a:noFill/>
          <a:ln cap="sq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Gill Sans"/>
              <a:buNone/>
            </a:pPr>
            <a:r>
              <a:rPr lang="pl-PL">
                <a:solidFill>
                  <a:schemeClr val="lt1"/>
                </a:solidFill>
              </a:rPr>
              <a:t>IMPACT BASTION</a:t>
            </a:r>
            <a:endParaRPr/>
          </a:p>
        </p:txBody>
      </p:sp>
      <p:sp>
        <p:nvSpPr>
          <p:cNvPr id="106" name="Google Shape;106;p1"/>
          <p:cNvSpPr txBox="1"/>
          <p:nvPr>
            <p:ph idx="1" type="subTitle"/>
          </p:nvPr>
        </p:nvSpPr>
        <p:spPr>
          <a:xfrm>
            <a:off x="2695194" y="4352544"/>
            <a:ext cx="6801612" cy="12398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pl-PL">
                <a:solidFill>
                  <a:schemeClr val="lt1"/>
                </a:solidFill>
              </a:rPr>
              <a:t>Adrian Stawarz</a:t>
            </a:r>
            <a:br>
              <a:rPr lang="pl-PL">
                <a:solidFill>
                  <a:schemeClr val="lt1"/>
                </a:solidFill>
              </a:rPr>
            </a:br>
            <a:r>
              <a:rPr lang="pl-PL">
                <a:solidFill>
                  <a:schemeClr val="lt1"/>
                </a:solidFill>
              </a:rPr>
              <a:t>Mateusz Sowa</a:t>
            </a:r>
            <a:br>
              <a:rPr lang="pl-PL">
                <a:solidFill>
                  <a:schemeClr val="lt1"/>
                </a:solidFill>
              </a:rPr>
            </a:br>
            <a:r>
              <a:rPr lang="pl-PL">
                <a:solidFill>
                  <a:schemeClr val="lt1"/>
                </a:solidFill>
              </a:rPr>
              <a:t>Kuba Tutak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</a:pPr>
            <a:r>
              <a:rPr lang="pl-PL"/>
              <a:t>O PROJEKCIE</a:t>
            </a:r>
            <a:endParaRPr/>
          </a:p>
        </p:txBody>
      </p:sp>
      <p:sp>
        <p:nvSpPr>
          <p:cNvPr id="112" name="Google Shape;112;p2"/>
          <p:cNvSpPr txBox="1"/>
          <p:nvPr>
            <p:ph idx="1" type="body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-PL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Impact Bastion</a:t>
            </a:r>
            <a:r>
              <a:rPr lang="pl-PL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dynamiczna gra zręcznościowa napisana w C++ (SFML), będąca nowoczesną hybrydą klasycznego Arkanoida z fizyką grawitacyjną. Gracz broni bazy przed spadającymi przeciwnikami, niszcząc ich kliknięciami lub wykorzystując  rozmieszczone bloki.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-PL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Najważniejsze cechy:</a:t>
            </a:r>
            <a:endParaRPr b="1"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pl-PL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Mechanika "Impact":</a:t>
            </a:r>
            <a:r>
              <a:rPr lang="pl-PL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Przeciwnicy (piłki) reagują na otoczenie poprzez fizykę odbić oraz efekty wizualne Squash &amp; Stretch (odkształcanie przy uderzeniu).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pl-PL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Dynamiczna Trudność:</a:t>
            </a:r>
            <a:r>
              <a:rPr lang="pl-PL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Zaawansowany system ustawień pozwala graczowi zmieniać prędkość, HP i spawn rate, co automatycznie przelicza mnożnik punktowy (risk vs reward).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pl-PL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System Zniszczeń:</a:t>
            </a:r>
            <a:r>
              <a:rPr lang="pl-PL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Wielostopniowa degradacja bloków i przeciwników – obiekty zmieniają swój wygląd (tekstury) w miarę odnoszonych obrażeń.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pl-PL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Zarządzanie Stanem:</a:t>
            </a:r>
            <a:r>
              <a:rPr lang="pl-PL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Kompletna struktura silnika z menu głównym, panelem ustawień, tabelą wyników (zapis do pliku) oraz ekranem końcowym.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</a:pPr>
            <a:r>
              <a:t/>
            </a:r>
            <a:endParaRPr/>
          </a:p>
        </p:txBody>
      </p:sp>
      <p:sp>
        <p:nvSpPr>
          <p:cNvPr id="118" name="Google Shape;118;p3"/>
          <p:cNvSpPr txBox="1"/>
          <p:nvPr>
            <p:ph idx="1" type="body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143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19" name="Google Shape;119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7263" y="71438"/>
            <a:ext cx="10277475" cy="671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92b2b457aa_4_1"/>
          <p:cNvSpPr txBox="1"/>
          <p:nvPr>
            <p:ph type="title"/>
          </p:nvPr>
        </p:nvSpPr>
        <p:spPr>
          <a:xfrm>
            <a:off x="7647885" y="1681968"/>
            <a:ext cx="510300" cy="155400"/>
          </a:xfrm>
          <a:prstGeom prst="rect">
            <a:avLst/>
          </a:prstGeom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-PL"/>
              <a:t> </a:t>
            </a:r>
            <a:endParaRPr/>
          </a:p>
        </p:txBody>
      </p:sp>
      <p:sp>
        <p:nvSpPr>
          <p:cNvPr id="125" name="Google Shape;125;g392b2b457aa_4_1"/>
          <p:cNvSpPr txBox="1"/>
          <p:nvPr>
            <p:ph idx="1" type="body"/>
          </p:nvPr>
        </p:nvSpPr>
        <p:spPr>
          <a:xfrm>
            <a:off x="5083106" y="2638050"/>
            <a:ext cx="408900" cy="651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6" name="Google Shape;126;g392b2b457aa_4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0513" y="37175"/>
            <a:ext cx="7450974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2b2b457aa_4_8"/>
          <p:cNvSpPr txBox="1"/>
          <p:nvPr>
            <p:ph type="title"/>
          </p:nvPr>
        </p:nvSpPr>
        <p:spPr>
          <a:xfrm>
            <a:off x="2231136" y="964692"/>
            <a:ext cx="7729800" cy="1188600"/>
          </a:xfrm>
          <a:prstGeom prst="rect">
            <a:avLst/>
          </a:prstGeom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92b2b457aa_4_8"/>
          <p:cNvSpPr txBox="1"/>
          <p:nvPr>
            <p:ph idx="1" type="body"/>
          </p:nvPr>
        </p:nvSpPr>
        <p:spPr>
          <a:xfrm>
            <a:off x="2231136" y="2638044"/>
            <a:ext cx="7729800" cy="3102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g392b2b457aa_4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325" y="723900"/>
            <a:ext cx="10801350" cy="541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"/>
          <p:cNvSpPr txBox="1"/>
          <p:nvPr>
            <p:ph idx="1" type="body"/>
          </p:nvPr>
        </p:nvSpPr>
        <p:spPr>
          <a:xfrm>
            <a:off x="1262729" y="5499895"/>
            <a:ext cx="9638443" cy="484633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solidFill>
                <a:srgbClr val="FEFEFE"/>
              </a:solidFill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640068" y="640080"/>
            <a:ext cx="10911865" cy="4626864"/>
          </a:xfrm>
          <a:prstGeom prst="rect">
            <a:avLst/>
          </a:prstGeom>
          <a:noFill/>
          <a:ln cap="sq" cmpd="sng" w="3175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806196" y="804672"/>
            <a:ext cx="10579608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1" name="Google Shape;141;p4"/>
          <p:cNvSpPr txBox="1"/>
          <p:nvPr>
            <p:ph type="title"/>
          </p:nvPr>
        </p:nvSpPr>
        <p:spPr>
          <a:xfrm>
            <a:off x="1262729" y="1289303"/>
            <a:ext cx="9638443" cy="33393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1" anchor="ctr" bIns="182875" lIns="274300" spcFirstLastPara="1" rIns="274300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000"/>
              <a:buFont typeface="Gill Sans"/>
              <a:buNone/>
            </a:pPr>
            <a:r>
              <a:rPr lang="pl-PL" sz="5000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PODZIAŁ OBOWIĄZKÓW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1249680" y="1248156"/>
            <a:ext cx="969264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1062228" y="1060704"/>
            <a:ext cx="10067544" cy="4736592"/>
          </a:xfrm>
          <a:prstGeom prst="rect">
            <a:avLst/>
          </a:prstGeom>
          <a:noFill/>
          <a:ln cap="sq" cmpd="sng" w="3175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9" name="Google Shape;149;p5"/>
          <p:cNvSpPr txBox="1"/>
          <p:nvPr>
            <p:ph type="title"/>
          </p:nvPr>
        </p:nvSpPr>
        <p:spPr>
          <a:xfrm>
            <a:off x="2231136" y="467418"/>
            <a:ext cx="7729728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</a:pPr>
            <a:r>
              <a:rPr lang="pl-PL"/>
              <a:t>ADRIAN STAWARZ</a:t>
            </a:r>
            <a:endParaRPr/>
          </a:p>
        </p:txBody>
      </p:sp>
      <p:sp>
        <p:nvSpPr>
          <p:cNvPr id="150" name="Google Shape;150;p5"/>
          <p:cNvSpPr txBox="1"/>
          <p:nvPr>
            <p:ph idx="1" type="body"/>
          </p:nvPr>
        </p:nvSpPr>
        <p:spPr>
          <a:xfrm>
            <a:off x="1706062" y="2291262"/>
            <a:ext cx="8779512" cy="28792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l-PL">
                <a:solidFill>
                  <a:srgbClr val="404040"/>
                </a:solidFill>
              </a:rPr>
              <a:t>Do zakresu obowiązków należało:</a:t>
            </a:r>
            <a:endParaRPr>
              <a:solidFill>
                <a:srgbClr val="404040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lang="pl-PL">
                <a:solidFill>
                  <a:srgbClr val="404040"/>
                </a:solidFill>
              </a:rPr>
              <a:t>zaprojektowanie grafiki wektorowej,</a:t>
            </a:r>
            <a:endParaRPr>
              <a:solidFill>
                <a:srgbClr val="404040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lang="pl-PL">
                <a:solidFill>
                  <a:srgbClr val="404040"/>
                </a:solidFill>
              </a:rPr>
              <a:t>i</a:t>
            </a:r>
            <a:r>
              <a:rPr lang="pl-PL">
                <a:solidFill>
                  <a:srgbClr val="404040"/>
                </a:solidFill>
              </a:rPr>
              <a:t>mplementacja sprite’ów,</a:t>
            </a:r>
            <a:endParaRPr>
              <a:solidFill>
                <a:srgbClr val="404040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lang="pl-PL">
                <a:solidFill>
                  <a:srgbClr val="404040"/>
                </a:solidFill>
              </a:rPr>
              <a:t>zarządzanie zasobami (Asset Management),</a:t>
            </a:r>
            <a:endParaRPr>
              <a:solidFill>
                <a:srgbClr val="404040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lang="pl-PL">
                <a:solidFill>
                  <a:srgbClr val="404040"/>
                </a:solidFill>
              </a:rPr>
              <a:t>optymalizacja wyświetlania.</a:t>
            </a:r>
            <a:endParaRPr>
              <a:solidFill>
                <a:srgbClr val="40404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1249680" y="1248156"/>
            <a:ext cx="969264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1062228" y="1060704"/>
            <a:ext cx="10067544" cy="4736592"/>
          </a:xfrm>
          <a:prstGeom prst="rect">
            <a:avLst/>
          </a:prstGeom>
          <a:noFill/>
          <a:ln cap="sq" cmpd="sng" w="3175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8" name="Google Shape;158;p6"/>
          <p:cNvSpPr txBox="1"/>
          <p:nvPr>
            <p:ph type="title"/>
          </p:nvPr>
        </p:nvSpPr>
        <p:spPr>
          <a:xfrm>
            <a:off x="2231136" y="467418"/>
            <a:ext cx="7729728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</a:pPr>
            <a:r>
              <a:rPr lang="pl-PL"/>
              <a:t>MATEUSZ SOWA</a:t>
            </a:r>
            <a:endParaRPr/>
          </a:p>
        </p:txBody>
      </p:sp>
      <p:sp>
        <p:nvSpPr>
          <p:cNvPr id="159" name="Google Shape;159;p6"/>
          <p:cNvSpPr txBox="1"/>
          <p:nvPr>
            <p:ph idx="1" type="body"/>
          </p:nvPr>
        </p:nvSpPr>
        <p:spPr>
          <a:xfrm>
            <a:off x="1706062" y="2291262"/>
            <a:ext cx="8779512" cy="28792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143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l-PL">
                <a:solidFill>
                  <a:srgbClr val="404040"/>
                </a:solidFill>
              </a:rPr>
              <a:t>Do zakresów obowiązków należało:</a:t>
            </a:r>
            <a:endParaRPr>
              <a:solidFill>
                <a:srgbClr val="404040"/>
              </a:solidFill>
            </a:endParaRPr>
          </a:p>
          <a:p>
            <a:pPr indent="-1143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l-PL">
                <a:solidFill>
                  <a:srgbClr val="404040"/>
                </a:solidFill>
              </a:rPr>
              <a:t>-</a:t>
            </a:r>
            <a:r>
              <a:rPr lang="pl-PL">
                <a:solidFill>
                  <a:srgbClr val="404040"/>
                </a:solidFill>
              </a:rPr>
              <a:t>stworzenie</a:t>
            </a:r>
            <a:r>
              <a:rPr lang="pl-PL">
                <a:solidFill>
                  <a:srgbClr val="404040"/>
                </a:solidFill>
              </a:rPr>
              <a:t> struktury projektu (podział projektu na kilka bloków, stworzenie “silnika”)</a:t>
            </a:r>
            <a:endParaRPr>
              <a:solidFill>
                <a:srgbClr val="404040"/>
              </a:solidFill>
            </a:endParaRPr>
          </a:p>
          <a:p>
            <a:pPr indent="-1143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l-PL">
                <a:solidFill>
                  <a:srgbClr val="404040"/>
                </a:solidFill>
              </a:rPr>
              <a:t>-dodanie </a:t>
            </a:r>
            <a:r>
              <a:rPr lang="pl-PL">
                <a:solidFill>
                  <a:srgbClr val="404040"/>
                </a:solidFill>
              </a:rPr>
              <a:t>soundtracku</a:t>
            </a:r>
            <a:r>
              <a:rPr lang="pl-PL">
                <a:solidFill>
                  <a:srgbClr val="404040"/>
                </a:solidFill>
              </a:rPr>
              <a:t> (stworzony z pomocą SunoAI)</a:t>
            </a:r>
            <a:endParaRPr>
              <a:solidFill>
                <a:srgbClr val="404040"/>
              </a:solidFill>
            </a:endParaRPr>
          </a:p>
          <a:p>
            <a:pPr indent="-1143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l-PL">
                <a:solidFill>
                  <a:srgbClr val="404040"/>
                </a:solidFill>
              </a:rPr>
              <a:t>-stworzenie funkcji tworzącej budynek</a:t>
            </a:r>
            <a:endParaRPr>
              <a:solidFill>
                <a:srgbClr val="404040"/>
              </a:solidFill>
            </a:endParaRPr>
          </a:p>
          <a:p>
            <a:pPr indent="-1143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l-PL">
                <a:solidFill>
                  <a:srgbClr val="404040"/>
                </a:solidFill>
              </a:rPr>
              <a:t>-stworzenie menu</a:t>
            </a:r>
            <a:endParaRPr>
              <a:solidFill>
                <a:srgbClr val="404040"/>
              </a:solidFill>
            </a:endParaRPr>
          </a:p>
          <a:p>
            <a:pPr indent="-1143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l-PL">
                <a:solidFill>
                  <a:srgbClr val="404040"/>
                </a:solidFill>
              </a:rPr>
              <a:t>-stworzenie funkcji squash&amp;stretch</a:t>
            </a:r>
            <a:endParaRPr>
              <a:solidFill>
                <a:srgbClr val="40404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1249680" y="1248156"/>
            <a:ext cx="969264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1062228" y="1060704"/>
            <a:ext cx="10067544" cy="4736592"/>
          </a:xfrm>
          <a:prstGeom prst="rect">
            <a:avLst/>
          </a:prstGeom>
          <a:noFill/>
          <a:ln cap="sq" cmpd="sng" w="3175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7" name="Google Shape;167;p7"/>
          <p:cNvSpPr txBox="1"/>
          <p:nvPr>
            <p:ph type="title"/>
          </p:nvPr>
        </p:nvSpPr>
        <p:spPr>
          <a:xfrm>
            <a:off x="2231136" y="467418"/>
            <a:ext cx="7729728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</a:pPr>
            <a:r>
              <a:rPr lang="pl-PL"/>
              <a:t>KUBA TUTAK</a:t>
            </a:r>
            <a:endParaRPr/>
          </a:p>
        </p:txBody>
      </p:sp>
      <p:sp>
        <p:nvSpPr>
          <p:cNvPr id="168" name="Google Shape;168;p7"/>
          <p:cNvSpPr txBox="1"/>
          <p:nvPr>
            <p:ph idx="1" type="body"/>
          </p:nvPr>
        </p:nvSpPr>
        <p:spPr>
          <a:xfrm>
            <a:off x="1706062" y="2291262"/>
            <a:ext cx="8779512" cy="28792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Char char="-"/>
            </a:pPr>
            <a:r>
              <a:rPr lang="pl-PL">
                <a:solidFill>
                  <a:srgbClr val="404040"/>
                </a:solidFill>
              </a:rPr>
              <a:t>Mechaniki odbicia kul od bloków</a:t>
            </a:r>
            <a:endParaRPr>
              <a:solidFill>
                <a:srgbClr val="404040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Char char="-"/>
            </a:pPr>
            <a:r>
              <a:rPr lang="pl-PL">
                <a:solidFill>
                  <a:srgbClr val="404040"/>
                </a:solidFill>
              </a:rPr>
              <a:t>Programowanie UI, w szczególności endscreen, statystyki i ustawienia</a:t>
            </a:r>
            <a:endParaRPr>
              <a:solidFill>
                <a:srgbClr val="404040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Char char="-"/>
            </a:pPr>
            <a:r>
              <a:rPr lang="pl-PL">
                <a:solidFill>
                  <a:srgbClr val="404040"/>
                </a:solidFill>
              </a:rPr>
              <a:t>Zaprojektowanie systemu naliczania i zapisu punktów oraz zdrowia przeciwników</a:t>
            </a:r>
            <a:endParaRPr>
              <a:solidFill>
                <a:srgbClr val="404040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Char char="-"/>
            </a:pPr>
            <a:r>
              <a:rPr lang="pl-PL">
                <a:solidFill>
                  <a:srgbClr val="404040"/>
                </a:solidFill>
              </a:rPr>
              <a:t>Implementacja grawitacji</a:t>
            </a:r>
            <a:endParaRPr>
              <a:solidFill>
                <a:srgbClr val="404040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Char char="-"/>
            </a:pPr>
            <a:r>
              <a:rPr lang="pl-PL">
                <a:solidFill>
                  <a:srgbClr val="404040"/>
                </a:solidFill>
              </a:rPr>
              <a:t>Zapewnienie kompatybilności z systemem Linux przy pomocy bibliotek i skryptu kompilacyjnych</a:t>
            </a:r>
            <a:endParaRPr>
              <a:solidFill>
                <a:srgbClr val="40404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0404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czka">
  <a:themeElements>
    <a:clrScheme name="Paczka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aczka">
  <a:themeElements>
    <a:clrScheme name="Paczka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2026-01-17T16:03:28Z</dcterms:created>
  <dc:creator>Adrian Stawarz</dc:creator>
</cp:coreProperties>
</file>